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7DD3FC"/>
                </a:solidFill>
                <a:latin typeface="Calibri"/>
              </a:rPr>
              <a:t>SOFTWARE ENGINEERING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 i="0">
                <a:solidFill>
                  <a:srgbClr val="FFFFFF"/>
                </a:solidFill>
                <a:latin typeface="Calibri"/>
              </a:rPr>
              <a:t>WeatherBot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i="1">
                <a:solidFill>
                  <a:srgbClr val="7DD3FC"/>
                </a:solidFill>
                <a:latin typeface="Calibri"/>
              </a:rPr>
              <a:t>An AI-Style, Multi-Modal Conversational Weather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libri"/>
              </a:rPr>
              <a:t>Live · Serverless · Zero-Configuration · Runs entirely in the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394960"/>
            <a:ext cx="6035040" cy="6400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Live:  https://khayamtariq.github.io/Weatherbot/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What it is:  </a:t>
            </a:r>
            <a:r>
              <a:rPr sz="1800">
                <a:solidFill>
                  <a:srgbClr val="475569"/>
                </a:solidFill>
                <a:latin typeface="Calibri"/>
              </a:rPr>
              <a:t>A conversational weather assistant that runs entirely inside a web browser.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How you ask:  </a:t>
            </a:r>
            <a:r>
              <a:rPr sz="1800">
                <a:solidFill>
                  <a:srgbClr val="475569"/>
                </a:solidFill>
                <a:latin typeface="Calibri"/>
              </a:rPr>
              <a:t>Natural-language text, voice, GPS location, or a tap on an interactive world map.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What you get:  </a:t>
            </a:r>
            <a:r>
              <a:rPr sz="1800">
                <a:solidFill>
                  <a:srgbClr val="475569"/>
                </a:solidFill>
                <a:latin typeface="Calibri"/>
              </a:rPr>
              <a:t>Current conditions, a next-day outlook, or a 7-day forecast — in a friendly, optionally spoken reply.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How it's built:  </a:t>
            </a:r>
            <a:r>
              <a:rPr sz="1800">
                <a:solidFill>
                  <a:srgbClr val="475569"/>
                </a:solidFill>
                <a:latin typeface="Calibri"/>
              </a:rPr>
              <a:t>A single self-contained HTML file — no back-end, no database, no build step, no API keys.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Core idea:  </a:t>
            </a:r>
            <a:r>
              <a:rPr sz="1800">
                <a:solidFill>
                  <a:srgbClr val="475569"/>
                </a:solidFill>
                <a:latin typeface="Calibri"/>
              </a:rPr>
              <a:t>Every interaction is reduced to a location + a time intent, then handled by one reporting routine.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Where it lives:  </a:t>
            </a:r>
            <a:r>
              <a:rPr sz="1800">
                <a:solidFill>
                  <a:srgbClr val="475569"/>
                </a:solidFill>
                <a:latin typeface="Calibri"/>
              </a:rPr>
              <a:t>Deployed publicly and available 24/7 on free static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Friction &amp; configuration:  </a:t>
            </a:r>
            <a:r>
              <a:rPr sz="1800">
                <a:solidFill>
                  <a:srgbClr val="475569"/>
                </a:solidFill>
                <a:latin typeface="Calibri"/>
              </a:rPr>
              <a:t>Many weather tools need accounts, API keys, installs or paid tiers.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Non-conversational UIs:  </a:t>
            </a:r>
            <a:r>
              <a:rPr sz="1800">
                <a:solidFill>
                  <a:srgbClr val="475569"/>
                </a:solidFill>
                <a:latin typeface="Calibri"/>
              </a:rPr>
              <a:t>Information is buried in cluttered dashboards instead of plain Q&amp;A.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Limited input flexibility:  </a:t>
            </a:r>
            <a:r>
              <a:rPr sz="1800">
                <a:solidFill>
                  <a:srgbClr val="475569"/>
                </a:solidFill>
                <a:latin typeface="Calibri"/>
              </a:rPr>
              <a:t>Few tools let you choose how to give a location — name, voice, GPS or map.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Heavy deployment:  </a:t>
            </a:r>
            <a:r>
              <a:rPr sz="1800">
                <a:solidFill>
                  <a:srgbClr val="475569"/>
                </a:solidFill>
                <a:latin typeface="Calibri"/>
              </a:rPr>
              <a:t>Most apps need a server, database and build pipeline to 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1">
                <a:solidFill>
                  <a:srgbClr val="0B1F3A"/>
                </a:solidFill>
                <a:latin typeface="Calibri"/>
              </a:rPr>
              <a:t>How can one self-contained web app deliver live, multi-modal weather through a natural conversation — with no back-end, credentials or installation — while staying responsive and always available?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Interpret plain-English weather questions and reply conversationally.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Support four interchangeable input modes converging on one pipeline.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Provide current, next-day and 7-day forecasts for any location.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Use only free, public, key-less APIs over secure HTTPS.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Build the whole product as a single, serverless HTML file.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Deliver a responsive, accessible, polished interface.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Handle network, permission and input errors gracefully.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75569"/>
                </a:solidFill>
                <a:latin typeface="Calibri"/>
              </a:rPr>
              <a:t>▸  Deploy publicly for continuous 24/7 availability.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17320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Natural-language chat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Ask free-text questions and get conversational replies.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109728" cy="10789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417320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Voice interaction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Speak your question and hear the answer read aloud.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9464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569464"/>
            <a:ext cx="109728" cy="10789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660904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Geolocation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One tap reports the weather at your GPS position.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569464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569464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660904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Interactive map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Pick any point on Earth to get its weather.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13048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13048"/>
            <a:ext cx="109728" cy="10789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904488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Three time horizons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Now, tomorrow, and a full 7-day forecast.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13048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13048"/>
            <a:ext cx="109728" cy="10789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3904488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Rich formatting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Weather codes mapped to friendly text + emoji.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56632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056632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148072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Responsive design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Glassmorphism UI adapts to phone and desktop.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056632"/>
            <a:ext cx="5440680" cy="10789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5056632"/>
            <a:ext cx="109728" cy="10789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5148072"/>
            <a:ext cx="49834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Guided prompts</a:t>
            </a:r>
          </a:p>
          <a:p>
            <a:r>
              <a:rPr sz="1250" b="0" i="0">
                <a:solidFill>
                  <a:srgbClr val="475569"/>
                </a:solidFill>
                <a:latin typeface="Calibri"/>
              </a:rPr>
              <a:t>Quick-reply chips suggest common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788920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606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HTML5 — structure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CSS3 — glassmorphism UI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JavaScript (ES6+) —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17320"/>
            <a:ext cx="2788920" cy="548640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Browser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48840"/>
            <a:ext cx="2606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Fetch — networking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Geolocation — GPS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Web Speech — voice I/O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9944" y="1417320"/>
            <a:ext cx="2788920" cy="54864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Libraries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148840"/>
            <a:ext cx="2606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Leaflet — interactive map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Open-Meteo — weather + geocoding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BigDataCloud — reverse geocoding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OpenStreetMap — tiles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63456" y="1417320"/>
            <a:ext cx="2788920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2148840"/>
            <a:ext cx="2606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GitHub Pages — static host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HTTPS — secure delivery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475569"/>
                </a:solidFill>
                <a:latin typeface="Calibri"/>
              </a:rPr>
              <a:t>•  Serverless — no back-end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07</a:t>
            </a:r>
          </a:p>
        </p:txBody>
      </p:sp>
      <p:pic>
        <p:nvPicPr>
          <p:cNvPr id="10" name="Picture 9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399" y="1280160"/>
            <a:ext cx="5088896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16752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A single HTML file orchestrates four external services directly from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Component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08</a:t>
            </a:r>
          </a:p>
        </p:txBody>
      </p:sp>
      <p:pic>
        <p:nvPicPr>
          <p:cNvPr id="10" name="Picture 9" descr="fig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220" y="1280160"/>
            <a:ext cx="4765255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16752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Cohesive modules revolve around the central report() reporting 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How It Works — Input Convergence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09</a:t>
            </a:r>
          </a:p>
        </p:txBody>
      </p:sp>
      <p:pic>
        <p:nvPicPr>
          <p:cNvPr id="10" name="Picture 9" descr="fig_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0274"/>
            <a:ext cx="6675120" cy="42689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155448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Typed &amp; voice input pass through parse() then geocode().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GPS &amp; map input are reverse-geocoded to a place name.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All four modes produce a location object.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report() fetches the forecast and renders the reply.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Optional text-to-speech reads the answer aloud.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Data Flow — Context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10</a:t>
            </a:r>
          </a:p>
        </p:txBody>
      </p:sp>
      <p:pic>
        <p:nvPicPr>
          <p:cNvPr id="10" name="Picture 9" descr="fig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63" y="1280160"/>
            <a:ext cx="6404369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16752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WeatherBot as a single process exchanging data with the user and four services.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Request Flow — Sequence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11</a:t>
            </a:r>
          </a:p>
        </p:txBody>
      </p:sp>
      <p:pic>
        <p:nvPicPr>
          <p:cNvPr id="10" name="Picture 9" descr="fig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43" y="1280160"/>
            <a:ext cx="6348608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16752"/>
            <a:ext cx="110944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End-to-end flow for the query “Will it rain in Paris tomorrow?”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User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12</a:t>
            </a:r>
          </a:p>
        </p:txBody>
      </p:sp>
      <p:pic>
        <p:nvPicPr>
          <p:cNvPr id="10" name="Picture 9" descr="fig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56" y="1325880"/>
            <a:ext cx="3974607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155448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Frosted-glass chat panel over an animated backdrop.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Distinct user vs. bot message bubbles.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Tool row: GPS, map, microphone, speaker.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Suggestion chips guide common questions.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75569"/>
                </a:solidFill>
                <a:latin typeface="Calibri"/>
              </a:rPr>
              <a:t>▸  Fully responsive on phone and desktop.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Testing &amp;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463040"/>
            <a:ext cx="6035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Queries, time intents, chips, drill-down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554480"/>
            <a:ext cx="1280160" cy="438912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12848"/>
            <a:ext cx="10881360" cy="6217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12848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User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12848"/>
            <a:ext cx="6035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Animations, states, map, responsiveness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304288"/>
            <a:ext cx="1280160" cy="438912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62656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62656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API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962656"/>
            <a:ext cx="6035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Geocode, forecast, reverse-geocode, tiles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3054096"/>
            <a:ext cx="1280160" cy="438912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12464"/>
            <a:ext cx="10881360" cy="6217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12464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Input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712464"/>
            <a:ext cx="6035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Empty, no-place, filler, misspelling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803904"/>
            <a:ext cx="1280160" cy="438912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62272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6227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Error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462272"/>
            <a:ext cx="6035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Network, permissions, unsupported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4553712"/>
            <a:ext cx="1280160" cy="438912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12080"/>
            <a:ext cx="10881360" cy="62179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Browser Compatibility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212080"/>
            <a:ext cx="6035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475569"/>
                </a:solidFill>
                <a:latin typeface="Calibri"/>
              </a:rPr>
              <a:t>Chrome, Edge, Firefox, Safari, mobile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5303520"/>
            <a:ext cx="1280160" cy="438912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Pass*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07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475569"/>
                </a:solidFill>
                <a:latin typeface="Calibri"/>
              </a:rPr>
              <a:t>* advanced voice features degrade gracefully where unsupported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Multi-modal:  </a:t>
            </a:r>
            <a:r>
              <a:rPr sz="1800">
                <a:solidFill>
                  <a:srgbClr val="475569"/>
                </a:solidFill>
                <a:latin typeface="Calibri"/>
              </a:rPr>
              <a:t>four interchangeable input methods in one interface.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Zero-configuration:  </a:t>
            </a:r>
            <a:r>
              <a:rPr sz="1800">
                <a:solidFill>
                  <a:srgbClr val="475569"/>
                </a:solidFill>
                <a:latin typeface="Calibri"/>
              </a:rPr>
              <a:t>no back-end, database, keys or build step.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Highly portable:  </a:t>
            </a:r>
            <a:r>
              <a:rPr sz="1800">
                <a:solidFill>
                  <a:srgbClr val="475569"/>
                </a:solidFill>
                <a:latin typeface="Calibri"/>
              </a:rPr>
              <a:t>a single shareable HTML file; runs anywhere.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Fast:  </a:t>
            </a:r>
            <a:r>
              <a:rPr sz="1800">
                <a:solidFill>
                  <a:srgbClr val="475569"/>
                </a:solidFill>
                <a:latin typeface="Calibri"/>
              </a:rPr>
              <a:t>instant local logic; only data retrieval uses the network.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Private &amp; secure:  </a:t>
            </a:r>
            <a:r>
              <a:rPr sz="1800">
                <a:solidFill>
                  <a:srgbClr val="475569"/>
                </a:solidFill>
                <a:latin typeface="Calibri"/>
              </a:rPr>
              <a:t>no stored data; explicit in-browser consent; HTTPS.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▸  Always available:  </a:t>
            </a:r>
            <a:r>
              <a:rPr sz="1800">
                <a:solidFill>
                  <a:srgbClr val="475569"/>
                </a:solidFill>
                <a:latin typeface="Calibri"/>
              </a:rPr>
              <a:t>free static hosting gives continuous 24/7 uptime.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Limitations &amp; Future Enhancements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212080" cy="5029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Rule-based parser may miss unusual phrasings.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One place matched per question.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English-only parsing and voice.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Requires internet for all live data.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Voice support varies by browser.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Stateless — no saved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212080" cy="502920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Multi-language parsing &amp; speech.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Hourly forecasts &amp; severe-weather alerts.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Offline caching of recent results.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Unit selection (°C/°F, km/h vs mph).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Compare multiple locations at once.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Optional LLM for richer conversation.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475569"/>
                </a:solidFill>
              </a:rPr>
              <a:t>•  Installable Progressive Web App (PWA).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Deployment &amp; 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1D4ED8"/>
                </a:solidFill>
                <a:latin typeface="Calibri"/>
              </a:rPr>
              <a:t>▸  Hosting:  </a:t>
            </a:r>
            <a:r>
              <a:rPr sz="1900">
                <a:solidFill>
                  <a:srgbClr val="475569"/>
                </a:solidFill>
                <a:latin typeface="Calibri"/>
              </a:rPr>
              <a:t>GitHub Pages — static, HTTPS, continuous 24/7 availability.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D4ED8"/>
                </a:solidFill>
                <a:latin typeface="Calibri"/>
              </a:rPr>
              <a:t>▸  Access:  </a:t>
            </a:r>
            <a:r>
              <a:rPr sz="1900">
                <a:solidFill>
                  <a:srgbClr val="475569"/>
                </a:solidFill>
                <a:latin typeface="Calibri"/>
              </a:rPr>
              <a:t>Open the URL in any modern browser — no install or sign-up.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D4ED8"/>
                </a:solidFill>
                <a:latin typeface="Calibri"/>
              </a:rPr>
              <a:t>▸  Updates:  </a:t>
            </a:r>
            <a:r>
              <a:rPr sz="1900">
                <a:solidFill>
                  <a:srgbClr val="475569"/>
                </a:solidFill>
                <a:latin typeface="Calibri"/>
              </a:rPr>
              <a:t>Every push auto-deploys the latest version.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D4ED8"/>
                </a:solidFill>
                <a:latin typeface="Calibri"/>
              </a:rPr>
              <a:t>▸  Cost:  </a:t>
            </a:r>
            <a:r>
              <a:rPr sz="1900">
                <a:solidFill>
                  <a:srgbClr val="475569"/>
                </a:solidFill>
                <a:latin typeface="Calibri"/>
              </a:rPr>
              <a:t>Zero — no server, database or paid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8229600" cy="8229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https://khayamtariq.github.io/Weatherbot/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1">
                <a:solidFill>
                  <a:srgbClr val="475569"/>
                </a:solidFill>
                <a:latin typeface="Calibri"/>
              </a:rPr>
              <a:t>Scan-ready link — try it live during the demo.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B1F3A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7DD3FC"/>
                </a:solidFill>
                <a:latin typeface="Calibri"/>
              </a:rPr>
              <a:t>WeatherBot  •  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 i="0">
                <a:solidFill>
                  <a:srgbClr val="7DD3FC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475569"/>
                </a:solidFill>
                <a:latin typeface="Calibri"/>
              </a:rPr>
              <a:t>▸  WeatherBot delivers a polished, multi-modal assistant using only standard browser tech and free public APIs.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475569"/>
                </a:solidFill>
                <a:latin typeface="Calibri"/>
              </a:rPr>
              <a:t>▸  A single, uniform internal contract (location + time intent → one reporting routine) keeps it clean and extensible.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475569"/>
                </a:solidFill>
                <a:latin typeface="Calibri"/>
              </a:rPr>
              <a:t>▸  Serverless and single-file: effortless to deploy and maintain, at zero hosting cost.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475569"/>
                </a:solidFill>
                <a:latin typeface="Calibri"/>
              </a:rPr>
              <a:t>▸  Fully implemented, tested and publicly deployed — available 24/7.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7498079" cy="6400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Live:  https://khayamtariq.github.io/Weatherbot/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1">
                <a:solidFill>
                  <a:srgbClr val="7DD3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https://khayamtariq.github.io/Weatherbot/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